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0" b="1" spc="200" kern="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RENGGO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960120" y="3246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Live Escalation War Room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012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Mid-call multi-agent collaboration with Band SDK for complex customer support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30952" y="507492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Sharofiddin Azizmatov</a:t>
            </a:r>
            <a:pPr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Co-Founder of Renggo</a:t>
            </a:r>
            <a:endParaRPr lang="en-US" sz="125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Abolfazl Kalat Zadeh</a:t>
            </a:r>
            <a:pPr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Full-Stack Developer</a:t>
            </a:r>
            <a:endParaRPr lang="en-US" sz="125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Alexandru Iancu</a:t>
            </a:r>
            <a:pPr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Software Engineer</a:t>
            </a:r>
            <a:endParaRPr lang="en-US" sz="125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the Band of Agents Hackathon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78408" y="155448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Frontline bots win the routine — and hit a wall on the hard calls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167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Routine AI Success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29260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Frontline voice systems like Renggo excel at low-complexity, real-time tasks.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05840" y="37490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Answering FAQs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Authenticating users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Retrieving accounts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05840" y="5212080"/>
            <a:ext cx="4297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5394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fail because they are single-threaded and lack context reasoning.</a:t>
            </a:r>
            <a:endParaRPr lang="en-US" sz="13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6479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0" y="17647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High-Stakes Wall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989320" y="2377440"/>
            <a:ext cx="5577840" cy="1207008"/>
          </a:xfrm>
          <a:prstGeom prst="roundRect">
            <a:avLst>
              <a:gd name="adj" fmla="val 606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89320" y="2487168"/>
            <a:ext cx="64008" cy="987552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63347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6560" y="25420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Policy-Heavy Queries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76656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Resolving disputes requires searching vast, conflicting company guidelines.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989320" y="3657600"/>
            <a:ext cx="5577840" cy="1207008"/>
          </a:xfrm>
          <a:prstGeom prst="roundRect">
            <a:avLst>
              <a:gd name="adj" fmla="val 606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89320" y="3767328"/>
            <a:ext cx="64008" cy="987552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91363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38221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Compliance Risks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766560" y="4206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Uncontrolled LLMs risk violating legal regulations or promising unauthorized compensation.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989320" y="4937760"/>
            <a:ext cx="5577840" cy="1207008"/>
          </a:xfrm>
          <a:prstGeom prst="roundRect">
            <a:avLst>
              <a:gd name="adj" fmla="val 606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89320" y="5047488"/>
            <a:ext cx="64008" cy="987552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519379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66560" y="51023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Human Authorization Needed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6766560" y="5486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High-value actions need human approval, but voice bots cannot wait on a phone call.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Safe &amp; Dynamic Delegation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caller has a complex problem, Renggo delegates the query to a private backend “War Room” using the Band SDK.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live bot keeps the customer engaged with natural callback updates, while specialized agents debate, check compliance, and seek authorization — asynchronously.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64008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512064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War Room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specialized entities, one resolution.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66360" y="169164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94376" y="1691640"/>
            <a:ext cx="3035808" cy="822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Shape 8"/>
          <p:cNvSpPr/>
          <p:nvPr/>
        </p:nvSpPr>
        <p:spPr>
          <a:xfrm>
            <a:off x="5458968" y="2002536"/>
            <a:ext cx="640080" cy="640080"/>
          </a:xfrm>
          <a:prstGeom prst="ellipse">
            <a:avLst/>
          </a:prstGeom>
          <a:solidFill>
            <a:srgbClr val="1720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4416" y="2157984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63640" y="20208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Triage Agent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63640" y="2386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58968" y="2898648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the escalation, flags severity, and outputs a requires_human_approval flag.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0" y="169164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814816" y="1691640"/>
            <a:ext cx="3035808" cy="822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Shape 14"/>
          <p:cNvSpPr/>
          <p:nvPr/>
        </p:nvSpPr>
        <p:spPr>
          <a:xfrm>
            <a:off x="8979408" y="2002536"/>
            <a:ext cx="640080" cy="640080"/>
          </a:xfrm>
          <a:prstGeom prst="ellipse">
            <a:avLst/>
          </a:prstGeom>
          <a:solidFill>
            <a:srgbClr val="1720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57984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784080" y="20208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Knowledge Agent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9784080" y="2386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Retrieval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8979408" y="2898648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Audits policy manuals, finds matching guidelines, and assigns a confidence score.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166360" y="425196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294376" y="4251960"/>
            <a:ext cx="3035808" cy="822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Shape 20"/>
          <p:cNvSpPr/>
          <p:nvPr/>
        </p:nvSpPr>
        <p:spPr>
          <a:xfrm>
            <a:off x="5458968" y="4562856"/>
            <a:ext cx="640080" cy="640080"/>
          </a:xfrm>
          <a:prstGeom prst="ellipse">
            <a:avLst/>
          </a:prstGeom>
          <a:solidFill>
            <a:srgbClr val="172033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16" y="4718304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63640" y="45811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Compliance Agent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263640" y="4946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GPT-4o-mini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458968" y="5458968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Double-checks proposed solutions against corporate rules to ensure safe execution.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8686800" y="425196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814816" y="4251960"/>
            <a:ext cx="3035808" cy="8229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1" name="Shape 26"/>
          <p:cNvSpPr/>
          <p:nvPr/>
        </p:nvSpPr>
        <p:spPr>
          <a:xfrm>
            <a:off x="8979408" y="4562856"/>
            <a:ext cx="640080" cy="640080"/>
          </a:xfrm>
          <a:prstGeom prst="ellipse">
            <a:avLst/>
          </a:prstGeom>
          <a:solidFill>
            <a:srgbClr val="172033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856" y="4718304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784080" y="45811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Supervisor UI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9784080" y="4946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8979408" y="5458968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 portal letting human managers authorize high-value resolutions in one click.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voice channel to agentic mesh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12268" y="178308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1E293B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2308" y="210312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6323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8308" y="21671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2308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Frontline Voice AI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32308" y="32644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Renggo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308" y="3685032"/>
            <a:ext cx="2880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2308" y="38404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Full-duplex Gemini Live stream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Triggered via Function Flow Nodes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Gathers caller ID &amp; dispute, POSTs to bridge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35628" y="178308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55668" y="2103120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1"/>
          <p:cNvSpPr/>
          <p:nvPr/>
        </p:nvSpPr>
        <p:spPr>
          <a:xfrm>
            <a:off x="465566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668" y="216712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55668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Bridge API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655668" y="32644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55668" y="3685032"/>
            <a:ext cx="2880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55668" y="38404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plane: voice stack to agent mesh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calls, escalation IDs, resolutions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Exposes polling endpoints for live status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358988" y="178308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1E293B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679028" y="2103120"/>
            <a:ext cx="566928" cy="56692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2" name="Text 18"/>
          <p:cNvSpPr/>
          <p:nvPr/>
        </p:nvSpPr>
        <p:spPr>
          <a:xfrm>
            <a:off x="867902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28" y="216712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679028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 Room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679028" y="32644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 SDK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679028" y="3685032"/>
            <a:ext cx="2880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679028" y="38404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Instantiates the collaborative Band room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Triage to Knowledge to Compliance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human supervisor approval</a:t>
            </a:r>
            <a:endParaRPr lang="en-US" sz="12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860" y="3447288"/>
            <a:ext cx="347472" cy="347472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220" y="3447288"/>
            <a:ext cx="347472" cy="34747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640080" y="5806440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14400" y="5806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Flow: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Renggo triggers the Bridge API via a Function Node  →  Bridge initiates the Band room  →  Agents resolve  →  Renggo polls and reads the resolution.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LIVE SHOWCASE &amp; SCENARIOS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Test it live — two escalation paths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931920" cy="4480560"/>
          </a:xfrm>
          <a:prstGeom prst="roundRect">
            <a:avLst>
              <a:gd name="adj" fmla="val 2791"/>
            </a:avLst>
          </a:prstGeom>
          <a:solidFill>
            <a:srgbClr val="1E293B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03120" y="2286000"/>
            <a:ext cx="1005840" cy="1005840"/>
          </a:xfrm>
          <a:prstGeom prst="ellipse">
            <a:avLst/>
          </a:prstGeom>
          <a:solidFill>
            <a:srgbClr val="172033"/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432" y="249631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DD4B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TEST IT LIVE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+1 (808) 720-2508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1097280" y="4892040"/>
            <a:ext cx="30175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50749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Dial in to experience the full-duplex integration. Talk to a live voice agent, state a dispute, and witness the backend orchestration kick in.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983480" y="1783080"/>
            <a:ext cx="6565392" cy="2148840"/>
          </a:xfrm>
          <a:prstGeom prst="roundRect">
            <a:avLst>
              <a:gd name="adj" fmla="val 42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83480" y="1911096"/>
            <a:ext cx="82296" cy="1892808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093976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943600" y="2057400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DD4B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PATH 1 — THE FAST PATH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943600" y="228600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Billing Dispute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349240" y="2743200"/>
            <a:ext cx="583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“I was double charged in March.”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349240" y="3108960"/>
            <a:ext cx="5833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 classifies as billing_dispute (severity=low, requires_approval=false). Knowledge RAG resolves immediately. Compliance validates. Bot speaks the resolution in-call (~15s).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983480" y="4114800"/>
            <a:ext cx="6565392" cy="2148840"/>
          </a:xfrm>
          <a:prstGeom prst="roundRect">
            <a:avLst>
              <a:gd name="adj" fmla="val 42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83480" y="4242816"/>
            <a:ext cx="82296" cy="1892808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4425696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943600" y="4389120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43F5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PATH 2 — THE SLOW PATH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943600" y="461772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Hardship Refund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5349240" y="5074920"/>
            <a:ext cx="583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“I lost my job and cannot pay this month’s bill.”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349240" y="5440680"/>
            <a:ext cx="5833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 classifies as hardship_refund (severity=high, requires_approval=true). Voice agent promises a callback and clears the line. Backend continues asynchronously. Supervisor approves via Band UI.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FUTURE POTENTIAL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Where this goes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12268" y="19202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0284" y="1920240"/>
            <a:ext cx="3264408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432408" y="2423160"/>
            <a:ext cx="1280160" cy="1280160"/>
          </a:xfrm>
          <a:prstGeom prst="ellipse">
            <a:avLst/>
          </a:prstGeom>
          <a:solidFill>
            <a:srgbClr val="172033"/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008" y="265176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2308" y="3886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Generic Architecture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32308" y="42976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Infinite Domains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8028" y="47548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bridge and multi-agent setup are entirely domain-agnostic. Swap the knowledge base and set new compliance constraints to instantly power insurance, travel, or medical support.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35628" y="19202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63644" y="1920240"/>
            <a:ext cx="3264408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Shape 10"/>
          <p:cNvSpPr/>
          <p:nvPr/>
        </p:nvSpPr>
        <p:spPr>
          <a:xfrm>
            <a:off x="5455768" y="2423160"/>
            <a:ext cx="1280160" cy="1280160"/>
          </a:xfrm>
          <a:prstGeom prst="ellipse">
            <a:avLst/>
          </a:prstGeom>
          <a:solidFill>
            <a:srgbClr val="172033"/>
          </a:solidFill>
          <a:ln w="19050">
            <a:solidFill>
              <a:srgbClr val="0EA5E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368" y="2651760"/>
            <a:ext cx="822960" cy="8229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55668" y="3886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Safe LLM Execution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55668" y="42976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Guarded Outcomes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701388" y="47548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dedicated compliance agent alongside human-in-the-loop approvals removes the business risk of rogue LLM actions — giving enterprise operators total trust.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358988" y="19202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87004" y="1920240"/>
            <a:ext cx="3264408" cy="914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0" name="Shape 16"/>
          <p:cNvSpPr/>
          <p:nvPr/>
        </p:nvSpPr>
        <p:spPr>
          <a:xfrm>
            <a:off x="9479128" y="2423160"/>
            <a:ext cx="1280160" cy="1280160"/>
          </a:xfrm>
          <a:prstGeom prst="ellipse">
            <a:avLst/>
          </a:prstGeom>
          <a:solidFill>
            <a:srgbClr val="172033"/>
          </a:solidFill>
          <a:ln w="19050">
            <a:solidFill>
              <a:srgbClr val="F43F5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7728" y="2651760"/>
            <a:ext cx="822960" cy="8229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79028" y="3886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Future of Voice Support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679028" y="42976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Automation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724748" y="47548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Unifying low-latency full-duplex voice with deep asynchronous multi-agent reasoning creates the first support setup capable of complex logic in real-time.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Renggo: Live Escalation War Room</dc:title>
  <dc:subject>PptxGenJS Presentation</dc:subject>
  <dc:creator>Napster</dc:creator>
  <cp:lastModifiedBy>Napster</cp:lastModifiedBy>
  <cp:revision>1</cp:revision>
  <dcterms:created xsi:type="dcterms:W3CDTF">2026-06-19T00:15:54Z</dcterms:created>
  <dcterms:modified xsi:type="dcterms:W3CDTF">2026-06-19T00:15:54Z</dcterms:modified>
</cp:coreProperties>
</file>